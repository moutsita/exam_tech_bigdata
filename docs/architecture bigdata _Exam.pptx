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648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12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115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734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943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8858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763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5445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18392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0550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44504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7325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77935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25426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62885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48922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191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51A1A0-5187-4995-8FC3-C01981DD94EC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B8818-2CD3-4360-AA05-A503E75139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7359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A09666-62E5-6308-D375-6BE780800A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627688"/>
            <a:ext cx="8791575" cy="972512"/>
          </a:xfrm>
        </p:spPr>
        <p:txBody>
          <a:bodyPr>
            <a:noAutofit/>
          </a:bodyPr>
          <a:lstStyle/>
          <a:p>
            <a:pPr algn="ctr"/>
            <a:r>
              <a:rPr lang="fr-FR" sz="5400" dirty="0"/>
              <a:t>SYSTEME DE VENTE DES LIVRES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B9C318E-959B-AF44-5AFE-999B0E8AD2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44519"/>
          </a:xfrm>
        </p:spPr>
        <p:txBody>
          <a:bodyPr>
            <a:normAutofit fontScale="77500" lnSpcReduction="20000"/>
          </a:bodyPr>
          <a:lstStyle/>
          <a:p>
            <a:pPr algn="ctr"/>
            <a:r>
              <a:rPr lang="fr-FR" sz="2400" dirty="0"/>
              <a:t>Présenté par 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400" dirty="0"/>
              <a:t>MOUTSITA Rovincy-Prince-Lémy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400" dirty="0"/>
              <a:t>BANIEK Eudes Exaucé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400" dirty="0"/>
              <a:t>YABI Nadine Rémi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2C098CC-254D-2C70-6B8B-126699181517}"/>
              </a:ext>
            </a:extLst>
          </p:cNvPr>
          <p:cNvSpPr txBox="1"/>
          <p:nvPr/>
        </p:nvSpPr>
        <p:spPr>
          <a:xfrm>
            <a:off x="1876424" y="2008682"/>
            <a:ext cx="87915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/>
              <a:t>(Mise en place d’un pipeline avec </a:t>
            </a:r>
            <a:r>
              <a:rPr lang="fr-FR" sz="2800" dirty="0" err="1"/>
              <a:t>Streamlit</a:t>
            </a:r>
            <a:r>
              <a:rPr lang="fr-FR" sz="2800" dirty="0"/>
              <a:t> – </a:t>
            </a:r>
            <a:r>
              <a:rPr lang="fr-FR" sz="2800" dirty="0" err="1"/>
              <a:t>Postgres</a:t>
            </a:r>
            <a:r>
              <a:rPr lang="fr-FR" sz="2800" dirty="0"/>
              <a:t> - </a:t>
            </a:r>
            <a:r>
              <a:rPr lang="fr-FR" sz="2800" dirty="0" err="1"/>
              <a:t>Airflow</a:t>
            </a:r>
            <a:r>
              <a:rPr lang="fr-FR" sz="2800" dirty="0"/>
              <a:t> – DBT – </a:t>
            </a:r>
            <a:r>
              <a:rPr lang="fr-FR" sz="2800" dirty="0" err="1"/>
              <a:t>Snowflake</a:t>
            </a:r>
            <a:r>
              <a:rPr lang="fr-FR" sz="2800" dirty="0"/>
              <a:t> – Power BI)</a:t>
            </a:r>
          </a:p>
        </p:txBody>
      </p:sp>
    </p:spTree>
    <p:extLst>
      <p:ext uri="{BB962C8B-B14F-4D97-AF65-F5344CB8AC3E}">
        <p14:creationId xmlns:p14="http://schemas.microsoft.com/office/powerpoint/2010/main" val="24264312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11</TotalTime>
  <Words>36</Words>
  <Application>Microsoft Office PowerPoint</Application>
  <PresentationFormat>Grand écran</PresentationFormat>
  <Paragraphs>6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Tw Cen MT</vt:lpstr>
      <vt:lpstr>Circuit</vt:lpstr>
      <vt:lpstr>SYSTEME DE VENTE DES LIVRES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Rovincy Prince Lémy MOUTSITA</dc:creator>
  <cp:lastModifiedBy>Rovincy Prince Lémy MOUTSITA</cp:lastModifiedBy>
  <cp:revision>2</cp:revision>
  <dcterms:created xsi:type="dcterms:W3CDTF">2026-04-30T08:12:37Z</dcterms:created>
  <dcterms:modified xsi:type="dcterms:W3CDTF">2026-04-30T08:23:56Z</dcterms:modified>
</cp:coreProperties>
</file>